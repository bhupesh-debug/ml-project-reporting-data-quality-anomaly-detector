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Reporting Data-Quality Anomaly Detector</a:t>
            </a:r>
          </a:p>
          <a:p>
            <a:pPr>
              <a:spcBef>
                <a:spcPts val="2400"/>
              </a:spcBef>
              <a:defRPr sz="2000">
                <a:solidFill>
                  <a:srgbClr val="C8D7EB"/>
                </a:solidFill>
              </a:defRPr>
            </a:pPr>
            <a:r>
              <a:t>Control Rules, Isolation Forest &amp; Contra-Account Anomaly Architecture</a:t>
            </a:r>
            <a:br/>
            <a:r>
              <a:t>Executive Presentation | Bhupesh Chandra Dimri | bhupesh7cd@gmail.com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Core Governance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Business Dilemma: Regulatory and corporate financial reports fail when corrupt, un-reconciled rows slip through feed aggregations, triggering restatements and compliance penalties.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Detection Blindspot: Deterministic rules catch structural breaks (duplicates, missing keys) at 100% recall but miss magnitude anomalies (0% recall). Unsupervised Isolation Forest catches magnitude x10 errors (88% recall) but flags few structural breaks.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Fatal Vulnerability: Amount-only methods catch 0% of sign flips! A flipped debit looks like a normal negative entry without account-direction knowledge.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Solution: A hybrid architecture combining deterministic rules, account-level contra-account direction checks, and unsupervised Isolation Forest, achieving 76.5% precision and 74.2% recall.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Financial Return: Year-1 Net Benefit of $2.34M (Base Case), Payback in 1.2 Months, and 3-Year NPV of $6.23M by avoiding audit penalties and month-end firefighting.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Pipeline Architecture &amp; Anomaly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Feed Scale: 24,000 monthly journal transactions across 5 heterogeneous source systems (ERP_A, ERP_B, Subledger, Treasury, Manual).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Injected Anomaly Stress: 3,120 broken rows (13.0% prevalence) across 5 distinct operational defect categories.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Duplicates (720 rows): Repeated journal entries across identical reference IDs, amounts, and accounts.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Missing Entity Keys (240 rows): Incomplete metadata where legal entity identifier is NULL.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Stale Postings (720 rows): Transactions posted with excessive lag (&gt;45 to 120 days post-transaction date).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Magnitude Errors (720 rows): Systemic decimal errors multiplying journal amounts by 10x.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Sign Flips (720 rows): Negative-to-positive sign inversion defying standard GL account debit/credit conventions.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Econometric &amp; Classification Regression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Logistic Regression: Supervised baseline on held-out test partition ($N=9,600$) achieves 0.812 ROC-AUC and 0.584 PR-AUC.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Duplicate Key Odds Ratio: Infinite / extreme positive odds ratio confirming duplicate keys are definitive determinants of transaction corruption.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Posting Lag Significance: $p &lt; 0.0001$; each additional 10 days of posting latency increases the odds of defect by 3.2x.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Account-Z Relative Magnitude: Statistically significant driver ($p &lt; 0.0001$) separating baseline Gaussian spend from 10x decimal errors.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Directional Elasticity: Account sign discordance (`sign_vs_acct`) provides a critical statistically significant signal for reversing entries.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Benchmarking Detection Methods &amp; Defect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Deterministic Rules: Precision = 0.702, Recall = 0.538, F1 = 0.610. Flags 2,392 rows. Catches duplicates (100%), missing keys (100%), and stale postings (100%).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Isolation Forest: Precision = 0.893, Recall = 0.275, F1 = 0.420. Flags 960 rows. Catches magnitude x10 errors (88%) but misses structural breaks.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Original Hybrid (Rules + IF): Precision = 0.765, Recall = 0.742, F1 = 0.753. Flags 3,027 rows. Catches 4 of 5 defect categories.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Supervised Random Forest (Holdout): Precision = 0.568, Recall = 0.838, F1 = 0.677. High recall but high false alarm rate.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Sign-Flip Breakthrough: Adding a Contra-Account Normal Sign rule to the hybrid engine lifts recall on sign flips from 0% to over 85%.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Detailed Recall Breakdown Across Defect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Duplicates: Rules = 100% | Isolation Forest = 14% | Hybrid Rules+IF = 100%.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Magnitude x10: Rules = 0% | Isolation Forest = 88% | Hybrid Rules+IF = 88%.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Missing Entity: Rules = 100% | Isolation Forest = 13% | Hybrid Rules+IF = 100%.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Stale Postings: Rules = 100% | Isolation Forest = 12% | Hybrid Rules+IF = 100%.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Sign Flips: Rules = 0% | Isolation Forest = 0% | Hybrid Rules+IF = 0% (Amount-only methods fail completely!).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Enhanced Contra-Account Control: Catches sign flips by validating transaction sign against the GL account's normal debit/credit posture.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Multi-Scenario Stress Testing &amp; Monte Carlo (N=5,000)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Prevalence Stress: Low (3%), Medium (13%), High (25%) testing confirms rule false positive rate remains stable at &lt;3.5% of clean volume.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Magnitude Sensitivity: Isolation Forest recall scales with error size: x2 (18%), x5 (54%), x10 (88%), x50 (99%).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Contamination Optimization: 4.0% contamination rate balances false alarms with recall (maximizing F1 at 0.42 on unsupervised data).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5,000-Run Monte Carlo Simulation: Stochastically models daily anomaly arrivals and exception queue triage volume.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Triage Sizing: Median daily flags = 82 rows/day ($2,870 triage cost); 95th percentile peak SLA load = 104 rows/day ($3,640 triage cost).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Corporate Finance Business Case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Avoided Regulatory Penalties: Eliminating defective GL balances prevents $1.85M in SOX restatement penalties and external audit surcharges.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Avoided Close Firefighting: Saves $520k in emergency accounting contractor fees and midnight GL reconciliation tracing.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Accounting Operations Capacity: Frees 1,400 hours annually ($140k value) from blunt spreadsheet filtering to root-cause data governance.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Financial Returns: Year-1 Net Benefit of $2.34M (Base Case), Payback in 1.2 Months, 3-Year NPV of $6.23M, and 3-Year ROI of 2,492%.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Downside Mitigation: Provides quantifiable defensibility for external auditor sign-off and Audit Committee presentations.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 Operating Model &amp; Exception Triage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Tier 1 Hard Rejections (Immediate Block): Duplicate keys and missing entity IDs blocked at ETL ingestion gate prior to ledger posting.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Tier 2 High-Risk Exceptions (Same-Day Queue): Magnitude x10 errors and sign flips routed to divisional controllers with auto-generated GL waterfalls.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Tier 3 Soft Warnings (Weekly Review): Stale postings (45-60 days) routed to AP/AR operational managers for receipt verification.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Capacity Sizing: Monthly analyst capacity of 3,000 reviews clears 100% of high-risk items with zero backlog build-up.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Closed-Loop Feedback: Confirmed true/false positive tags fed into weekly supervised retraining pipeline to continuously adapt.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Risk Governance, Controls &amp; 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1 (Weeks 1-4): Production ETL deployment with upstream schema validation gates and duplicate transaction blocking.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2 (Weeks 5-8): Dual-run shadow reconciliation alongside month-end close; validating contra-account sign checks.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3 (Weeks 9-12): Integration into SAP/Oracle ERP workflow, automated controller exception queue routing, and SOX sign-off.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Model Risk Management: Quarterly recalibration of Isolation Forest contamination rate and dynamic GL account normal-sign tables.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Immutable Audit Trail: Every flagged exception stored with original record hash, triggering rule ID, and reviewer sign-off timestamp.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Reporting Data-Quality Anomaly Detector | Confidential Internal Controls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